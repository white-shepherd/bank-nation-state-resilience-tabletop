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54c0f9a1f64a9c" /><Relationship Type="http://schemas.openxmlformats.org/officeDocument/2006/relationships/extended-properties" Target="/docProps/app.xml" Id="R3740864dc1884393" /><Relationship Type="http://schemas.openxmlformats.org/officeDocument/2006/relationships/officeDocument" Target="/ppt/presentation.xml" Id="R2e5121508d7b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d009fc1ad341a4"/>
    <p:sldMasterId xmlns:r="http://schemas.openxmlformats.org/officeDocument/2006/relationships" id="2147483650" r:id="R713be83e07ed48bd"/>
  </p:sldMasterIdLst>
  <p:notesMasterIdLst>
    <p:notesMasterId xmlns:r="http://schemas.openxmlformats.org/officeDocument/2006/relationships" r:id="Re44f88f952824088"/>
  </p:notesMasterIdLst>
  <p:sldIdLst>
    <p:sldId xmlns:r="http://schemas.openxmlformats.org/officeDocument/2006/relationships" id="256" r:id="Rebaba00bd2df49cf"/>
    <p:sldId xmlns:r="http://schemas.openxmlformats.org/officeDocument/2006/relationships" id="257" r:id="Rfaf392410ab64b71"/>
    <p:sldId xmlns:r="http://schemas.openxmlformats.org/officeDocument/2006/relationships" id="258" r:id="R4f9ffb9222884cd3"/>
    <p:sldId xmlns:r="http://schemas.openxmlformats.org/officeDocument/2006/relationships" id="259" r:id="R877b8707ba044fa5"/>
    <p:sldId xmlns:r="http://schemas.openxmlformats.org/officeDocument/2006/relationships" id="260" r:id="R5c039c0286514f46"/>
    <p:sldId xmlns:r="http://schemas.openxmlformats.org/officeDocument/2006/relationships" id="261" r:id="Rf58a18e9b5b04977"/>
    <p:sldId xmlns:r="http://schemas.openxmlformats.org/officeDocument/2006/relationships" id="262" r:id="R46becd7ba34147bb"/>
    <p:sldId xmlns:r="http://schemas.openxmlformats.org/officeDocument/2006/relationships" id="263" r:id="Rab387c71ddde4ea3"/>
    <p:sldId xmlns:r="http://schemas.openxmlformats.org/officeDocument/2006/relationships" id="264" r:id="R00b775bd64924480"/>
    <p:sldId xmlns:r="http://schemas.openxmlformats.org/officeDocument/2006/relationships" id="265" r:id="Re38da2cb4c5a47cf"/>
    <p:sldId xmlns:r="http://schemas.openxmlformats.org/officeDocument/2006/relationships" id="266" r:id="R7593f3e79790487f"/>
    <p:sldId xmlns:r="http://schemas.openxmlformats.org/officeDocument/2006/relationships" id="267" r:id="R4c2e4ad2864c47dc"/>
    <p:sldId xmlns:r="http://schemas.openxmlformats.org/officeDocument/2006/relationships" id="268" r:id="R48d15fd027fe413f"/>
    <p:sldId xmlns:r="http://schemas.openxmlformats.org/officeDocument/2006/relationships" id="269" r:id="Re055cd22fd724af0"/>
    <p:sldId xmlns:r="http://schemas.openxmlformats.org/officeDocument/2006/relationships" id="270" r:id="R5db923f09a8940f4"/>
    <p:sldId xmlns:r="http://schemas.openxmlformats.org/officeDocument/2006/relationships" id="271" r:id="Ra64af93b4a7f403a"/>
    <p:sldId xmlns:r="http://schemas.openxmlformats.org/officeDocument/2006/relationships" id="272" r:id="Rbfbeb0b980f34fb7"/>
    <p:sldId xmlns:r="http://schemas.openxmlformats.org/officeDocument/2006/relationships" id="273" r:id="R6e2df53997bc4391"/>
    <p:sldId xmlns:r="http://schemas.openxmlformats.org/officeDocument/2006/relationships" id="274" r:id="Rec65362a3989414c"/>
    <p:sldId xmlns:r="http://schemas.openxmlformats.org/officeDocument/2006/relationships" id="275" r:id="R21bcaf9822b04d4e"/>
    <p:sldId xmlns:r="http://schemas.openxmlformats.org/officeDocument/2006/relationships" id="276" r:id="R7bea037a9b8749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e7978479f4b30" /><Relationship Type="http://schemas.openxmlformats.org/officeDocument/2006/relationships/slideMaster" Target="/ppt/slideMasters/slideMaster1.xml" Id="R3fd009fc1ad341a4" /><Relationship Type="http://schemas.openxmlformats.org/officeDocument/2006/relationships/slideMaster" Target="/ppt/slideMasters/slideMaster2.xml" Id="R713be83e07ed48bd" /><Relationship Type="http://schemas.openxmlformats.org/officeDocument/2006/relationships/notesMaster" Target="/ppt/notesMasters/notesMaster1.xml" Id="Re44f88f952824088" /><Relationship Type="http://schemas.openxmlformats.org/officeDocument/2006/relationships/presProps" Target="/ppt/presProps.xml" Id="R0054310d254f4bae" /><Relationship Type="http://schemas.openxmlformats.org/officeDocument/2006/relationships/tableStyles" Target="/ppt/tableStyles.xml" Id="R038a57f767ef4afe" /><Relationship Type="http://schemas.openxmlformats.org/officeDocument/2006/relationships/slide" Target="/ppt/slides/slide1.xml" Id="Rebaba00bd2df49cf" /><Relationship Type="http://schemas.openxmlformats.org/officeDocument/2006/relationships/slide" Target="/ppt/slides/slide2.xml" Id="Rfaf392410ab64b71" /><Relationship Type="http://schemas.openxmlformats.org/officeDocument/2006/relationships/slide" Target="/ppt/slides/slide3.xml" Id="R4f9ffb9222884cd3" /><Relationship Type="http://schemas.openxmlformats.org/officeDocument/2006/relationships/slide" Target="/ppt/slides/slide4.xml" Id="R877b8707ba044fa5" /><Relationship Type="http://schemas.openxmlformats.org/officeDocument/2006/relationships/slide" Target="/ppt/slides/slide5.xml" Id="R5c039c0286514f46" /><Relationship Type="http://schemas.openxmlformats.org/officeDocument/2006/relationships/slide" Target="/ppt/slides/slide6.xml" Id="Rf58a18e9b5b04977" /><Relationship Type="http://schemas.openxmlformats.org/officeDocument/2006/relationships/slide" Target="/ppt/slides/slide7.xml" Id="R46becd7ba34147bb" /><Relationship Type="http://schemas.openxmlformats.org/officeDocument/2006/relationships/slide" Target="/ppt/slides/slide8.xml" Id="Rab387c71ddde4ea3" /><Relationship Type="http://schemas.openxmlformats.org/officeDocument/2006/relationships/slide" Target="/ppt/slides/slide9.xml" Id="R00b775bd64924480" /><Relationship Type="http://schemas.openxmlformats.org/officeDocument/2006/relationships/slide" Target="/ppt/slides/slide10.xml" Id="Re38da2cb4c5a47cf" /><Relationship Type="http://schemas.openxmlformats.org/officeDocument/2006/relationships/slide" Target="/ppt/slides/slide11.xml" Id="R7593f3e79790487f" /><Relationship Type="http://schemas.openxmlformats.org/officeDocument/2006/relationships/slide" Target="/ppt/slides/slide12.xml" Id="R4c2e4ad2864c47dc" /><Relationship Type="http://schemas.openxmlformats.org/officeDocument/2006/relationships/slide" Target="/ppt/slides/slide13.xml" Id="R48d15fd027fe413f" /><Relationship Type="http://schemas.openxmlformats.org/officeDocument/2006/relationships/slide" Target="/ppt/slides/slide14.xml" Id="Re055cd22fd724af0" /><Relationship Type="http://schemas.openxmlformats.org/officeDocument/2006/relationships/slide" Target="/ppt/slides/slide15.xml" Id="R5db923f09a8940f4" /><Relationship Type="http://schemas.openxmlformats.org/officeDocument/2006/relationships/slide" Target="/ppt/slides/slide16.xml" Id="Ra64af93b4a7f403a" /><Relationship Type="http://schemas.openxmlformats.org/officeDocument/2006/relationships/slide" Target="/ppt/slides/slide17.xml" Id="Rbfbeb0b980f34fb7" /><Relationship Type="http://schemas.openxmlformats.org/officeDocument/2006/relationships/slide" Target="/ppt/slides/slide18.xml" Id="R6e2df53997bc4391" /><Relationship Type="http://schemas.openxmlformats.org/officeDocument/2006/relationships/slide" Target="/ppt/slides/slide19.xml" Id="Rec65362a3989414c" /><Relationship Type="http://schemas.openxmlformats.org/officeDocument/2006/relationships/slide" Target="/ppt/slides/slide20.xml" Id="R21bcaf9822b04d4e" /><Relationship Type="http://schemas.openxmlformats.org/officeDocument/2006/relationships/slide" Target="/ppt/slides/slide21.xml" Id="R7bea037a9b87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984e6979215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cb9ade7e04fc4" /><Relationship Type="http://schemas.openxmlformats.org/officeDocument/2006/relationships/notesMaster" Target="/ppt/notesMasters/notesMaster1.xml" Id="R390ecf8fad634a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3080bf4496494a" /><Relationship Type="http://schemas.openxmlformats.org/officeDocument/2006/relationships/notesMaster" Target="/ppt/notesMasters/notesMaster1.xml" Id="R3f68dc52be50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c69f71fd8d4726" /><Relationship Type="http://schemas.openxmlformats.org/officeDocument/2006/relationships/notesMaster" Target="/ppt/notesMasters/notesMaster1.xml" Id="R22c9ee48e5e141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c50e6acc284316" /><Relationship Type="http://schemas.openxmlformats.org/officeDocument/2006/relationships/notesMaster" Target="/ppt/notesMasters/notesMaster1.xml" Id="R2cf3eeea913f4c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35d33d14a942c1" /><Relationship Type="http://schemas.openxmlformats.org/officeDocument/2006/relationships/notesMaster" Target="/ppt/notesMasters/notesMaster1.xml" Id="Rc6bde6245be74e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cd214bd6404a2d" /><Relationship Type="http://schemas.openxmlformats.org/officeDocument/2006/relationships/notesMaster" Target="/ppt/notesMasters/notesMaster1.xml" Id="R9d5b6d791c4746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12ffd7b0174101" /><Relationship Type="http://schemas.openxmlformats.org/officeDocument/2006/relationships/notesMaster" Target="/ppt/notesMasters/notesMaster1.xml" Id="R1a3f959547464a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27c4ebc61944fa" /><Relationship Type="http://schemas.openxmlformats.org/officeDocument/2006/relationships/notesMaster" Target="/ppt/notesMasters/notesMaster1.xml" Id="Rf1d2fc6b809d45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eff28c9454cb1" /><Relationship Type="http://schemas.openxmlformats.org/officeDocument/2006/relationships/notesMaster" Target="/ppt/notesMasters/notesMaster1.xml" Id="R143de932807f46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ec5b18206f4cf2" /><Relationship Type="http://schemas.openxmlformats.org/officeDocument/2006/relationships/notesMaster" Target="/ppt/notesMasters/notesMaster1.xml" Id="R6476167beee845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60cf2ad2d4e50" /><Relationship Type="http://schemas.openxmlformats.org/officeDocument/2006/relationships/notesMaster" Target="/ppt/notesMasters/notesMaster1.xml" Id="Rf4d3844aa1fe42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3e2b1904184858" /><Relationship Type="http://schemas.openxmlformats.org/officeDocument/2006/relationships/notesMaster" Target="/ppt/notesMasters/notesMaster1.xml" Id="R318e55c61b2f4b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f220165d6246f4" /><Relationship Type="http://schemas.openxmlformats.org/officeDocument/2006/relationships/notesMaster" Target="/ppt/notesMasters/notesMaster1.xml" Id="R142518d628964d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0f86a0e2be4cf4" /><Relationship Type="http://schemas.openxmlformats.org/officeDocument/2006/relationships/notesMaster" Target="/ppt/notesMasters/notesMaster1.xml" Id="Ra9fdfc00b1da4f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ae6db418154900" /><Relationship Type="http://schemas.openxmlformats.org/officeDocument/2006/relationships/notesMaster" Target="/ppt/notesMasters/notesMaster1.xml" Id="R64e4a191519c46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c22e007dfb4cc8" /><Relationship Type="http://schemas.openxmlformats.org/officeDocument/2006/relationships/notesMaster" Target="/ppt/notesMasters/notesMaster1.xml" Id="R2cc550661a8743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01493f9b54434f" /><Relationship Type="http://schemas.openxmlformats.org/officeDocument/2006/relationships/notesMaster" Target="/ppt/notesMasters/notesMaster1.xml" Id="R28cbcd3e77824a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e993bee99949c9" /><Relationship Type="http://schemas.openxmlformats.org/officeDocument/2006/relationships/notesMaster" Target="/ppt/notesMasters/notesMaster1.xml" Id="Reefa38017f5747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211488bad04cce" /><Relationship Type="http://schemas.openxmlformats.org/officeDocument/2006/relationships/notesMaster" Target="/ppt/notesMasters/notesMaster1.xml" Id="Rf2726d9439344b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c21208021b4905" /><Relationship Type="http://schemas.openxmlformats.org/officeDocument/2006/relationships/notesMaster" Target="/ppt/notesMasters/notesMaster1.xml" Id="R78d21abae29d49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4bde29ff324f25" /><Relationship Type="http://schemas.openxmlformats.org/officeDocument/2006/relationships/notesMaster" Target="/ppt/notesMasters/notesMaster1.xml" Id="R2059f83bfcf247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 layout catalog; no external source.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03b0c515a4a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a9a2465c9a4a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29f1509d0d49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3f3afb24534e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33af1b93814c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a0517b344647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c68e3282194f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825ea445564ef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58aab7da4042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5657d5153d45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2e68a18c20471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fe993cfde04d8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a84c43c3ed422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02155f5e5c468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7817df1a6f4dd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3b438ba0c342f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ec5143c29d427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17c4b5d65f4d8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907933f9574b9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3d9063b21b4f7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c0e2e483f44ad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f3d000d8cc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Minimal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D6DC2AB-9582-4FE6-88B4-5A68BD7FA8A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91B10D4-AE39-4103-A4B3-25D97D0FE20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Executive takeawa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EB775C4-A4E7-45DA-882C-9505AF2FFEC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laim plus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2AA6481-9F25-4136-9528-0B150E593B0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Full-width 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45FDA65-E7B1-4D0D-85DB-FFC5D186BC3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Chart plus interpret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1A84819-2267-49AC-9C0C-749CA800262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Architecture diagr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CFD49BC-036D-41ED-9C8D-AA37A62BC42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Service-dependency 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A2B886A-A2DC-4392-96D3-682B199419B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Current state versus target st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D0E7A73-A90F-4B56-B7A7-21E985547A9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Risk concentr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F89747A2-B6CC-48B0-B482-AFFC2209FF9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Scenario time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CF9F3AC-7F5F-457F-A7C1-1DD87506E85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Decision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1AB5C93-0686-485C-9FD8-8D4D34E1554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Three-option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687C699-8908-472B-A943-D2B0CE0B1A7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Investment road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3D92A8-45F4-4DC0-96D8-60D44833F41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KPI or KRI score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7AEB4E9-B64E-4EAE-993F-BFFC5596D26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Before-and-after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5686FDF-017F-4EC9-834B-C3546AAB472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ABD3F76-3B4B-410B-9936-D80A47BCE04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Quote or governing princip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D618E8F-377D-4934-BF95-4C401674676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Closing recommen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16AF1FC-55BD-4CAB-A5B6-770B75AB4F0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Appendix detai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EB6E46B-C3E9-4427-85A2-57E2379565C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Source and methodolog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103139D-19B2-407A-8171-195A62A6E74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4d5abc56e47cc" /><Relationship Type="http://schemas.openxmlformats.org/officeDocument/2006/relationships/slideLayout" Target="/ppt/slideLayouts/slideLayout1.xml" Id="R8a0cc2373aa84c4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3810e2240fd4145" /><Relationship Type="http://schemas.openxmlformats.org/officeDocument/2006/relationships/slideLayout" Target="/ppt/slideLayouts/slideLayout2.xml" Id="R4d3dc269a4fc46ea" /><Relationship Type="http://schemas.openxmlformats.org/officeDocument/2006/relationships/slideLayout" Target="/ppt/slideLayouts/slideLayout3.xml" Id="Rae340052f3d04272" /><Relationship Type="http://schemas.openxmlformats.org/officeDocument/2006/relationships/slideLayout" Target="/ppt/slideLayouts/slideLayout4.xml" Id="R8874f92a41a24115" /><Relationship Type="http://schemas.openxmlformats.org/officeDocument/2006/relationships/slideLayout" Target="/ppt/slideLayouts/slideLayout5.xml" Id="R1437458552174c92" /><Relationship Type="http://schemas.openxmlformats.org/officeDocument/2006/relationships/slideLayout" Target="/ppt/slideLayouts/slideLayout6.xml" Id="R1112d31af933427a" /><Relationship Type="http://schemas.openxmlformats.org/officeDocument/2006/relationships/slideLayout" Target="/ppt/slideLayouts/slideLayout7.xml" Id="R58b2d4767aa94c63" /><Relationship Type="http://schemas.openxmlformats.org/officeDocument/2006/relationships/slideLayout" Target="/ppt/slideLayouts/slideLayout8.xml" Id="R4bf3f89bf8484aff" /><Relationship Type="http://schemas.openxmlformats.org/officeDocument/2006/relationships/slideLayout" Target="/ppt/slideLayouts/slideLayout9.xml" Id="R81cd928f31c943e3" /><Relationship Type="http://schemas.openxmlformats.org/officeDocument/2006/relationships/slideLayout" Target="/ppt/slideLayouts/slideLayout10.xml" Id="R9911161ad8f34ad0" /><Relationship Type="http://schemas.openxmlformats.org/officeDocument/2006/relationships/slideLayout" Target="/ppt/slideLayouts/slideLayout11.xml" Id="Rc0379b46ba664284" /><Relationship Type="http://schemas.openxmlformats.org/officeDocument/2006/relationships/slideLayout" Target="/ppt/slideLayouts/slideLayout12.xml" Id="R141f7206e1eb4745" /><Relationship Type="http://schemas.openxmlformats.org/officeDocument/2006/relationships/slideLayout" Target="/ppt/slideLayouts/slideLayout13.xml" Id="Reb75dccd5e2f4307" /><Relationship Type="http://schemas.openxmlformats.org/officeDocument/2006/relationships/slideLayout" Target="/ppt/slideLayouts/slideLayout14.xml" Id="R4b7d21c55f144e7f" /><Relationship Type="http://schemas.openxmlformats.org/officeDocument/2006/relationships/slideLayout" Target="/ppt/slideLayouts/slideLayout15.xml" Id="R994f827af68143ff" /><Relationship Type="http://schemas.openxmlformats.org/officeDocument/2006/relationships/slideLayout" Target="/ppt/slideLayouts/slideLayout16.xml" Id="Ra584607bccc34f11" /><Relationship Type="http://schemas.openxmlformats.org/officeDocument/2006/relationships/slideLayout" Target="/ppt/slideLayouts/slideLayout17.xml" Id="R8a1af3b8b6a94ba9" /><Relationship Type="http://schemas.openxmlformats.org/officeDocument/2006/relationships/slideLayout" Target="/ppt/slideLayouts/slideLayout18.xml" Id="R1a4ecf94549f4292" /><Relationship Type="http://schemas.openxmlformats.org/officeDocument/2006/relationships/slideLayout" Target="/ppt/slideLayouts/slideLayout19.xml" Id="R906ed50c32854c0b" /><Relationship Type="http://schemas.openxmlformats.org/officeDocument/2006/relationships/slideLayout" Target="/ppt/slideLayouts/slideLayout20.xml" Id="R35046a13f6c94965" /><Relationship Type="http://schemas.openxmlformats.org/officeDocument/2006/relationships/slideLayout" Target="/ppt/slideLayouts/slideLayout21.xml" Id="Rffde9beca8b54f54" /><Relationship Type="http://schemas.openxmlformats.org/officeDocument/2006/relationships/slideLayout" Target="/ppt/slideLayouts/slideLayout22.xml" Id="R99402558ad1b44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0cc2373aa84c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ntinuum Resilience Master"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d3dc269a4fc46ea"/>
    <p:sldLayoutId xmlns:r="http://schemas.openxmlformats.org/officeDocument/2006/relationships" id="2147483652" r:id="Rae340052f3d04272"/>
    <p:sldLayoutId xmlns:r="http://schemas.openxmlformats.org/officeDocument/2006/relationships" id="2147483653" r:id="R8874f92a41a24115"/>
    <p:sldLayoutId xmlns:r="http://schemas.openxmlformats.org/officeDocument/2006/relationships" id="2147483654" r:id="R1437458552174c92"/>
    <p:sldLayoutId xmlns:r="http://schemas.openxmlformats.org/officeDocument/2006/relationships" id="2147483655" r:id="R1112d31af933427a"/>
    <p:sldLayoutId xmlns:r="http://schemas.openxmlformats.org/officeDocument/2006/relationships" id="2147483656" r:id="R58b2d4767aa94c63"/>
    <p:sldLayoutId xmlns:r="http://schemas.openxmlformats.org/officeDocument/2006/relationships" id="2147483657" r:id="R4bf3f89bf8484aff"/>
    <p:sldLayoutId xmlns:r="http://schemas.openxmlformats.org/officeDocument/2006/relationships" id="2147483658" r:id="R81cd928f31c943e3"/>
    <p:sldLayoutId xmlns:r="http://schemas.openxmlformats.org/officeDocument/2006/relationships" id="2147483659" r:id="R9911161ad8f34ad0"/>
    <p:sldLayoutId xmlns:r="http://schemas.openxmlformats.org/officeDocument/2006/relationships" id="2147483660" r:id="Rc0379b46ba664284"/>
    <p:sldLayoutId xmlns:r="http://schemas.openxmlformats.org/officeDocument/2006/relationships" id="2147483661" r:id="R141f7206e1eb4745"/>
    <p:sldLayoutId xmlns:r="http://schemas.openxmlformats.org/officeDocument/2006/relationships" id="2147483662" r:id="Reb75dccd5e2f4307"/>
    <p:sldLayoutId xmlns:r="http://schemas.openxmlformats.org/officeDocument/2006/relationships" id="2147483663" r:id="R4b7d21c55f144e7f"/>
    <p:sldLayoutId xmlns:r="http://schemas.openxmlformats.org/officeDocument/2006/relationships" id="2147483664" r:id="R994f827af68143ff"/>
    <p:sldLayoutId xmlns:r="http://schemas.openxmlformats.org/officeDocument/2006/relationships" id="2147483665" r:id="Ra584607bccc34f11"/>
    <p:sldLayoutId xmlns:r="http://schemas.openxmlformats.org/officeDocument/2006/relationships" id="2147483666" r:id="R8a1af3b8b6a94ba9"/>
    <p:sldLayoutId xmlns:r="http://schemas.openxmlformats.org/officeDocument/2006/relationships" id="2147483667" r:id="R1a4ecf94549f4292"/>
    <p:sldLayoutId xmlns:r="http://schemas.openxmlformats.org/officeDocument/2006/relationships" id="2147483668" r:id="R906ed50c32854c0b"/>
    <p:sldLayoutId xmlns:r="http://schemas.openxmlformats.org/officeDocument/2006/relationships" id="2147483669" r:id="R35046a13f6c94965"/>
    <p:sldLayoutId xmlns:r="http://schemas.openxmlformats.org/officeDocument/2006/relationships" id="2147483670" r:id="Rffde9beca8b54f54"/>
    <p:sldLayoutId xmlns:r="http://schemas.openxmlformats.org/officeDocument/2006/relationships" id="2147483671" r:id="R99402558ad1b4403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ad4b2d79dd4155" /><Relationship Type="http://schemas.openxmlformats.org/officeDocument/2006/relationships/notesSlide" Target="/ppt/notesSlides/notesSlide1.xml" Id="Re488e46aba3e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86a88948664d80" /><Relationship Type="http://schemas.openxmlformats.org/officeDocument/2006/relationships/notesSlide" Target="/ppt/notesSlides/notesSlide2.xml" Id="R861339b3b501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15c925e44ed462d" /><Relationship Type="http://schemas.openxmlformats.org/officeDocument/2006/relationships/notesSlide" Target="/ppt/notesSlides/notesSlide3.xml" Id="R8b8b80af4848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a809f0033546e3" /><Relationship Type="http://schemas.openxmlformats.org/officeDocument/2006/relationships/notesSlide" Target="/ppt/notesSlides/notesSlide4.xml" Id="R09f5fa7b65fe47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f2e12630d4271" /><Relationship Type="http://schemas.openxmlformats.org/officeDocument/2006/relationships/notesSlide" Target="/ppt/notesSlides/notesSlide5.xml" Id="R5e822fd51efc48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f9316527f84591" /><Relationship Type="http://schemas.openxmlformats.org/officeDocument/2006/relationships/notesSlide" Target="/ppt/notesSlides/notesSlide6.xml" Id="R549c7fb4a5f84a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383630121c243a0" /><Relationship Type="http://schemas.openxmlformats.org/officeDocument/2006/relationships/notesSlide" Target="/ppt/notesSlides/notesSlide7.xml" Id="Rb4dfd442504942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c99ea1fa1414647" /><Relationship Type="http://schemas.openxmlformats.org/officeDocument/2006/relationships/notesSlide" Target="/ppt/notesSlides/notesSlide8.xml" Id="Rd03b3a6580f94a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5cc3daf5b5549ec" /><Relationship Type="http://schemas.openxmlformats.org/officeDocument/2006/relationships/notesSlide" Target="/ppt/notesSlides/notesSlide9.xml" Id="R36336f2b196f4b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ec0d166064f4f61" /><Relationship Type="http://schemas.openxmlformats.org/officeDocument/2006/relationships/notesSlide" Target="/ppt/notesSlides/notesSlide10.xml" Id="R2c2b1cb39c1340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b0e10f45a94be9" /><Relationship Type="http://schemas.openxmlformats.org/officeDocument/2006/relationships/notesSlide" Target="/ppt/notesSlides/notesSlide11.xml" Id="R82f5347dc16847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4733ce5f06e4acf" /><Relationship Type="http://schemas.openxmlformats.org/officeDocument/2006/relationships/notesSlide" Target="/ppt/notesSlides/notesSlide12.xml" Id="R7314b76c2d434d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7f498934afb4c24" /><Relationship Type="http://schemas.openxmlformats.org/officeDocument/2006/relationships/notesSlide" Target="/ppt/notesSlides/notesSlide13.xml" Id="Ra8080e9e80cb43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e0cb13567034c8b" /><Relationship Type="http://schemas.openxmlformats.org/officeDocument/2006/relationships/notesSlide" Target="/ppt/notesSlides/notesSlide14.xml" Id="R49b4bcb9becc49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f9a466d889e4fca" /><Relationship Type="http://schemas.openxmlformats.org/officeDocument/2006/relationships/notesSlide" Target="/ppt/notesSlides/notesSlide15.xml" Id="Rd72b0ef08bac44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1a22c9b85134987" /><Relationship Type="http://schemas.openxmlformats.org/officeDocument/2006/relationships/notesSlide" Target="/ppt/notesSlides/notesSlide16.xml" Id="R3d3a16310bf446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edc8df083224c03" /><Relationship Type="http://schemas.openxmlformats.org/officeDocument/2006/relationships/notesSlide" Target="/ppt/notesSlides/notesSlide17.xml" Id="R874740124add47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49b423c413854ae6" /><Relationship Type="http://schemas.openxmlformats.org/officeDocument/2006/relationships/notesSlide" Target="/ppt/notesSlides/notesSlide18.xml" Id="R7f10cbf12e7f4d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64a3ae0e29a84c20" /><Relationship Type="http://schemas.openxmlformats.org/officeDocument/2006/relationships/notesSlide" Target="/ppt/notesSlides/notesSlide19.xml" Id="R17eeabdae2514f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afff6df61c584874" /><Relationship Type="http://schemas.openxmlformats.org/officeDocument/2006/relationships/notesSlide" Target="/ppt/notesSlides/notesSlide20.xml" Id="R77e7a8fbddfe45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fbba1f2c4db14a16" /><Relationship Type="http://schemas.openxmlformats.org/officeDocument/2006/relationships/notesSlide" Target="/ppt/notesSlides/notesSlide21.xml" Id="R835cffb07c474f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76AAA77-CA6D-4775-A4D0-DE2746BC3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D6DC2AB-9582-4FE6-88B4-5A68BD7FA8A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B6F34-23C0-42FE-BF91-892E44D0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A490C-6815-4F9B-97A7-459BFEE9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5083-6DAE-48AC-B72D-50097EB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B0C7C-F1C0-4B8D-A71A-0027086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01 | Minimal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76FC8-2562-45E8-BB67-4E47F5F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6677E-6642-4788-853E-6B1EDEF0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8557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DA70C52-D7DC-433B-A886-D3033E53B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91B10D4-AE39-4103-A4B3-25D97D0FE20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6F481-3A61-44B0-90B6-75F72362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CB48-E78F-4FA6-A4AF-512EE69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CONTINUUM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AD88-5DE1-40E4-AC89-A9D0063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BE011-FDB2-4EE4-9437-A923AC2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02 | Section divider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587AF-4982-450D-9857-683A45E4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8CBD6"/>
                </a:solidFill>
              </a:defRPr>
            </a:pPr>
            <a:r>
              <a:rPr sz="750" b="0">
                <a:solidFill>
                  <a:srgbClr val="B8CBD6"/>
                </a:solidFill>
              </a:rPr>
              <a:t>SOURCE NOTE SUPPORT | SYNTHETIC-DATA FOOTER OPTION | PAGE MARKER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DB2E-6002-476A-84D3-DBB04230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2001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DEF2A6A-8B54-48C0-AA7E-DFD474F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4C55B7-82E7-43B9-AFC3-D4655C0E6D8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EB775C4-A4E7-45DA-882C-9505AF2FFEC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AF85E-A9DC-4F01-A74E-DEFE6037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A0597-AB52-444F-9326-838C379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4AB7-861E-42FD-975C-BDEFD180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07800-2BB1-4AA7-96FC-D9F3D701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03 | Executive 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359ED-E231-42D0-94D9-B439062D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95028-3CF5-4982-AA15-CA551D51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F48E-44E4-4A82-A047-94B2BE0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1574C-75ED-4274-A4E6-661F865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13B1B-7189-468B-B176-DAA13FD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8218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F012686-ADEA-4096-AC83-FB4053CD3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946AEB1-96A3-4BFD-A59E-58B28DBA6F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2AA6481-9F25-4136-9528-0B150E593B0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68E8A-7CCE-474C-8E07-CF35E25A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FF879-69ED-47BE-8F14-6CAA1FF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1823-2501-49BE-992A-3EFE8F3A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11F18-C36B-45F9-9077-673AA83A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04 | Claim plus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5140D-EF39-4AE7-98DF-A7F2B21F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A148-54CC-4EEF-A06D-89E84D6B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91ECA-F650-4076-9D93-A4CF22E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2204A-6D7D-4B3D-A216-1226BF0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33AD1-9503-4A56-8E7D-3C0A37AE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1106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D770F58-C1AE-4176-94A7-07608ED033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4C246A0-E3B7-495C-A3AB-2E4C6EFF3C0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45FDA65-E7B1-4D0D-85DB-FFC5D186BC3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73006-AE67-44DE-A345-38EC3BA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35847-EF1B-482A-95E1-72BDFDE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3EBFE-B817-457A-96E8-481F4334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C7653-8A97-4497-8003-86C617D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05 | Full-width chart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90787-49BE-467C-9D24-3B5305C8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58782-1232-4D8E-8E44-A26A9796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1EF6E-B5BF-4620-B637-F907E220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F1C50-A71A-42D8-8D57-A09BCE6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BC0D-E1A7-4341-A560-92831E1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1999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B30BE1E-12EF-4466-8F7E-D6CAC7FE5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5EA069C-6729-44D2-B0BF-854A72A72F4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1A84819-2267-49AC-9C0C-749CA800262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3569D-C93C-4734-BFDB-EB479C76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5AF4A-A9A9-474D-AD30-056FC958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7AFAB-68AB-4CF9-B7CE-157578F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3EBE2-3FF5-4BA4-8FA5-FC58B0E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06 | Chart plus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51EA8-11A9-4B8D-B4E9-7A381467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98327-0209-4018-873B-16463471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F4845-707B-43AA-AA98-FB5FA219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B86E8-0B0A-4EA2-953D-5F7098F0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B87C4-9A9F-4ED2-80AA-E8B9B6ED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0601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FD5D702-798D-4CED-BA61-1AA6D4D31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7470F70-4B36-4EE2-8A8B-86281C8024E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CFD49BC-036D-41ED-9C8D-AA37A62BC42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FC55-48C9-44F1-A7ED-733DF631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3A85F-6D83-4376-9B12-8FBE218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52CEA-218B-406F-8D9F-42D74CD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C78CD-987A-4BBA-9BC6-C5033C2B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07 | Architecture 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A4962-6B6B-4013-AD73-E25A52E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34C22-7798-4D66-842F-DF397D0F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A18DB-C836-450E-958B-989187A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2A81F-DF96-4589-B432-41DDD11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37771-3D2A-4E78-948C-DCDC217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07109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6387F85-742F-4BD7-B8E1-A0CC1C47A9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FDDF4CA-43EE-4940-B399-77270B429B6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A2B886A-A2DC-4392-96D3-682B199419B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EE69A-F1EC-439F-BDDC-893E8A0F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92938-A0E6-4D42-AEA6-1E7B70EB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0B975-0ED8-432C-8664-88FE2E0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D7F36-CC65-4817-BD75-892E1402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08 | Service-dependency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9423-1ED7-47EB-BC09-CDD369E2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98D6A-CB20-4107-A70A-54B903A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203AB-EC42-44C4-8DBA-97C5FBCE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77B3D-D139-4818-892E-B6F9790B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D36D2-F095-4716-A3FD-F960F9A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8048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DECF6D9-FF79-4137-866A-01AE780C5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B65F4C-5D04-4E06-B991-84E04B0101C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D0E7A73-A90F-4B56-B7A7-21E985547A9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AF1C5-AF9A-4FBA-BB6D-9B0B71A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F5D9A-BE14-40B2-9AE3-B9EF72E7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483C-33B9-4C56-903B-9ED349E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F6FE4-9F71-4A12-88E6-224F7DD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09 | Current state versus target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B7B97-4570-40D1-A3F7-43FD3C8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D564-AEAA-4D5B-A437-D39B7796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28D2F-A457-4E00-8F74-DC314464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6BF0B-1AAC-4E7F-8FEC-C9B85799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22BA-58C1-4A1B-B116-4ABFA483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3968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5225BAD-E4D0-4881-B85B-BB77EB85D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0933759-C0B5-4A12-BD2D-A5F4DA2C5A8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F89747A2-B6CC-48B0-B482-AFFC2209FF9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006AF-3702-41E5-8E39-6218207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9A240-9485-48BE-B81F-05744190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705E9-9116-48FA-9228-1D432CB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23C67-BD43-4861-9955-DAED4D4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10 | Risk concentration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BB66F-56AA-46D4-846E-C039A93A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3E1CE-C060-4477-B4FD-F2E2F7EB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471A4-C13A-4585-AA32-B78BE241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15D11-6420-4637-A0A8-EFAEDBB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30CCD-8C40-4558-9358-828F0D61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476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9F198C0-0AA5-4D8F-B3D5-110EF1548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BD05CE8-D3B6-4D86-803C-240306F9D18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CF9F3AC-7F5F-457F-A7C1-1DD87506E85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2F128-2080-4BE8-B85A-DCCB3DB9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21179-84EC-4FAE-B1DD-5BDA79E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A248-57D6-4A76-9E52-3275A18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2FABF-B290-4870-83C1-ED97A29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11 | Scenario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C6E7-CE2A-4D02-9E28-44DED382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3BCBD-FC89-41E8-81F2-532CAE9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26535-E210-4C25-9709-43240EBC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2DBC4-3194-4C69-911E-9D68ABBD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17D38-45FA-4018-8416-A45424D6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3268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DDE95F4-0D82-48B2-BA10-F8E2423E5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9A089AD-BC15-407A-A4F1-2506E3D1C1B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1AB5C93-0686-485C-9FD8-8D4D34E1554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5C4B6-F817-446A-97F0-4BF1060D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3DA3-C5AC-483C-A3D6-6FEB4F80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35C87-9FB3-4755-A087-20D67C8D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CDC54-AD6B-4809-A7A0-A3F7F46E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12 | Decision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E4A7F-56E0-419A-A936-6797013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8BB83-8CB9-4878-A4CF-847059DE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60E9A-C8ED-4D7D-8A36-4295B20F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8EAC4-C7B8-43C4-AAB9-F1BDB6E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B6A1F-2C3F-46C8-B676-4E6C28A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003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D91FC3-2CA8-4EF0-82AA-07D980BF3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8246161-9079-4AF3-9C83-089C933FE0B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687C699-8908-472B-A943-D2B0CE0B1A7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5C913-DB13-43EF-9F83-78B902F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FF81-A4E5-4253-8A23-60234A7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63A44-22E5-4EC0-BBF4-CFFEA26E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6BAE2-5A0D-41FD-94DB-AD233BEE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13 | Three-option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13932-C5E4-4523-B481-B923136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E8F89-3AE7-4CCE-8865-682CC59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139B9-C744-486E-9053-E2750F3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F6E36-6CE5-420E-B2EA-587A295F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FA1C8-E1B6-4D05-B612-E1FB3B2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60108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051B889-4403-457F-9B49-10D916883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817BA2E-A8D8-4CF4-A64B-9F9D9DD906A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3D92A8-45F4-4DC0-96D8-60D44833F41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9604E-1EC6-4CCB-BD43-6D235FA9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9A0F-4AF2-4985-ADA1-BBF1F74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7751-E5AB-48E1-AA78-59F5DCD8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F2D35-6D7A-4364-AB2D-4EBC40C6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14 | Investment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62ADF-36EF-467B-A1DE-6E01011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A8C73-55A0-4A9D-A02A-73F12B99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C0ED7-7C30-4318-8182-4F8B6F14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715D6-8367-4384-8AE5-FE8BD822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83275-3820-4898-B7AC-F0070D2C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72519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614013E-5900-4724-A39E-6DC2C6338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3EC17C2-75FA-4184-8D0C-0B8EEEDC467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7AEB4E9-B64E-4EAE-993F-BFFC5596D26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2932D-8208-4AB9-9E4D-FC51D0CD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27B2E-7A40-4001-9C46-0E3A131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CCE06-7B74-461E-BF65-861C40E7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EBCBD-15D6-40BD-9C12-541E19B8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15 | KPI or KRI scorecard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70983-CFFF-4200-9BA3-99AFFF6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3A46D-43FB-44A9-9BFF-5F1D598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E889C-C4A6-4B89-B951-B80265D2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F19F7-D28E-41CD-83BE-EA61E700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52248-A9A7-4A27-A300-FD5B7F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101318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660671B-8C24-4462-9301-7F54102D2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98927A5-8028-4B2E-8483-161B8C394D4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5686FDF-017F-4EC9-834B-C3546AAB472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53DF8-C482-4411-9901-B190F29A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BA911-60EF-4771-BCC1-BFC8BA5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E1F68-1389-437D-A8D7-582DACD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98E60-A287-4753-AC75-8EDB5BBF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16 | Before-and-after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A569B-4F95-4B54-BF6A-45B4536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90D7C-9EB6-4DB1-8CFB-737A7CB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79BE1-1CCC-4BAF-8A64-AD195F5A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DC2AF-4E0C-461F-AD81-14F6B305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8F3AC-550E-411E-BC7C-0D4348B1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013670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979CB6C-D20F-434F-8303-9B00503F3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13E40C4-B333-4290-A25F-0E45C0DCB31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ABD3F76-3B4B-410B-9936-D80A47BCE04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EEE75-A8A7-41D5-8570-1071C4DF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BF0CB-D2C1-4C47-BDDC-F20AA97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70F2B-0804-43F5-9CBB-CFF0906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9E4AC-012B-45AE-BA0E-0916ACAE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17 |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92AB-546A-4165-B186-AD79F4B6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B5DE9-5DA5-44C6-8151-0EAAFDC6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1DE3F-AE34-45B4-B77E-FC1C00F2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2F177-2CD7-42A3-9D73-A3358C6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0D5BE-689D-4525-8FFA-D5289C0C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6525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337F479-2725-42CE-8731-7DC2EA5D6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84F8FCD-7F57-4A55-93B0-C269D32D447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D618E8F-377D-4934-BF95-4C401674676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A3669-15F8-45C1-BB7C-800CFAA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1176-1A76-491C-BE76-9EA25C3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97BBF-4103-4FD2-ADA1-725EB224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D4360-79EB-4AB2-9175-111A3A46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18 | Quote or governing principle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20634-A729-404B-8C2B-52C4C27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C245E-F811-4B04-97F6-DA620B7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8FC86-563B-4F31-9281-FD3ED5D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D1442-37B8-4109-A735-42E66DD9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551DC-0429-403A-A79A-751FA061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438047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C723024-71FA-426A-BB13-D8E26DA0F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A35CB5A-7C24-45F0-9E23-03E8551529F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16AF1FC-55BD-4CAB-A5B6-770B75AB4F0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AEACE-4E24-45DA-9690-F38B031F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839D1-7381-4BED-BA33-65652296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D9FF-4A04-4682-87F3-A4C23F96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222C4-3B1C-4660-A424-15689B8A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19 | Closing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3956F-7B5E-4A9E-B10C-9B8C6B40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0452A-28EC-4140-8734-F88F02B2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D80F9-77A2-4E20-A36B-9E31BFED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197C9-570A-446F-B496-B96E6811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885A8-3717-4CCB-B07D-AB4DA5A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950170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5E5E49-186B-4197-B32D-DF5538CEA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345B42-329D-49BC-B818-1487161715D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EB6E46B-C3E9-4427-85A2-57E2379565C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A34F6-2BD0-43A9-929C-82487B6B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506EA-DCD6-45B6-94B0-81E7E98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D0686-5D74-41AD-96FC-6ECE9FF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44754-642C-4D47-948C-CB973EAA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20 | Appendix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EB60-27FC-42F8-8FCB-705C752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7500F-7B0E-4C1B-8C2B-CD256AF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CF523-DC96-41AE-87D1-9BD24B2A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A3948-0B11-475E-BCE8-597E522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4041F-C125-4AC4-BF57-1C087853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143654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3501EF6-B053-4DFA-BCDF-795E98A6D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053941-4263-44AB-B9D6-0993DC7F16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103139D-19B2-407A-8171-195A62A6E74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7B084-F547-4D64-BFA2-6A7E2463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A4162-3932-4268-BAB1-13316A1E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6B14-6356-4962-BF28-0E411D9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C7C9C-D2C9-49A1-8A30-ABFCE45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21 | Source and methodology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C9DBD-57FF-4109-935F-5615A78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E36D8-6E58-41D5-B11D-F28F2EEC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EDITABLE CONTENT 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24BDB-319B-4869-9348-53C599E8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this silhouette for one audience-facing claim and its supporting evidence. Replace sample content; preserve the grid, footer and notes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F9C2F-46BA-406A-A372-A84BF7C9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SOURCE NOTE SUPPORT | SYNTHETIC-DATA FOOTER OPTION | PAGE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2D326-7791-4039-BF88-295ADEDA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014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2026-08-12T21:13:54.1450000Z</dcterms:created>
  <dcterms:modified xsi:type="dcterms:W3CDTF">2026-08-12T21:13:54.1450000Z</dcterms:modified>
</coreProperties>
</file>